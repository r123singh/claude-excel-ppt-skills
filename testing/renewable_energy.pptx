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555552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6159" y="381000"/>
            <a:ext cx="8031682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 Energy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56159" y="1063526"/>
            <a:ext cx="803168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F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Powering a Sustainable Future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34901" y="1847552"/>
            <a:ext cx="8031682" cy="462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 energy comes from natural sources that replenish faster than they are consumed, offering a clean alternative to fossil fuels.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4901" y="2512963"/>
            <a:ext cx="80316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Benefits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4901" y="2893963"/>
            <a:ext cx="7874198" cy="1038225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182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greenhouse gas emissions and air pollution</a:t>
            </a:r>
            <a:endParaRPr lang="en-US" sz="1300" dirty="0"/>
          </a:p>
          <a:p>
            <a:pPr algn="l" marL="139700" indent="-139700">
              <a:lnSpc>
                <a:spcPts val="182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Decreases dependence on finite fossil fuel resources</a:t>
            </a:r>
            <a:endParaRPr lang="en-US" sz="1300" dirty="0"/>
          </a:p>
          <a:p>
            <a:pPr algn="l" marL="139700" indent="-139700">
              <a:lnSpc>
                <a:spcPts val="182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jobs and stimulates economic growth</a:t>
            </a:r>
            <a:endParaRPr lang="en-US" sz="1300" dirty="0"/>
          </a:p>
          <a:p>
            <a:pPr algn="l" marL="139700" indent="-139700">
              <a:lnSpc>
                <a:spcPts val="182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energy security and price stability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56159" y="4135338"/>
            <a:ext cx="80316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• Wind • Hydro • Geothermal • Biomass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Renewable Energy</dc:title>
  <dc:subject>PptxGenJS Presentation</dc:subject>
  <dc:creator>Claude</dc:creator>
  <cp:lastModifiedBy>Claude</cp:lastModifiedBy>
  <cp:revision>1</cp:revision>
  <dcterms:created xsi:type="dcterms:W3CDTF">2026-01-09T10:29:22Z</dcterms:created>
  <dcterms:modified xsi:type="dcterms:W3CDTF">2026-01-09T10:29:22Z</dcterms:modified>
</cp:coreProperties>
</file>